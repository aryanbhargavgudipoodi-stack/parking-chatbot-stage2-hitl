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Parking Reservation Chatbot — Stage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RAG assistant with human-in-the-loop reservation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Chatbot answers parking questions: info, hours, prices, availability, location</a:t>
            </a:r>
          </a:p>
          <a:p>
            <a:pPr>
              <a:defRPr sz="1800"/>
            </a:pPr>
            <a:r>
              <a:t>Collects reservation details and escalates complete requests to an administrator</a:t>
            </a:r>
          </a:p>
          <a:p>
            <a:pPr>
              <a:defRPr sz="1800"/>
            </a:pPr>
            <a:r>
              <a:t>Administrator can approve or refuse; the user can ask the bot for the decision</a:t>
            </a:r>
          </a:p>
          <a:p>
            <a:pPr>
              <a:defRPr sz="1800"/>
            </a:pPr>
            <a:r>
              <a:t>Protect personal information and measure retrieval and answer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PDFs -&gt; PyPDFLoader -&gt; merged full-document text</a:t>
            </a:r>
          </a:p>
          <a:p>
            <a:pPr>
              <a:defRPr sz="1800"/>
            </a:pPr>
            <a:r>
              <a:t>SemanticChunker: meaning-based chunking (embedding distance between sentences)</a:t>
            </a:r>
          </a:p>
          <a:p>
            <a:pPr>
              <a:defRPr sz="1800"/>
            </a:pPr>
            <a:r>
              <a:t>Chunks + document metadata persisted in SQLite (source of truth)</a:t>
            </a:r>
          </a:p>
          <a:p>
            <a:pPr>
              <a:defRPr sz="1800"/>
            </a:pPr>
            <a:r>
              <a:t>Chunks embedded into vector DB (Milvus, auto-fallback to Chroma)</a:t>
            </a:r>
          </a:p>
          <a:p>
            <a:pPr>
              <a:defRPr sz="1800"/>
            </a:pPr>
            <a:r>
              <a:t>Dynamic data (hours/prices/availability) served from a separate SQL table</a:t>
            </a:r>
          </a:p>
          <a:p>
            <a:pPr>
              <a:defRPr sz="1800"/>
            </a:pPr>
            <a:r>
              <a:t>AdminAgent and chatbot coordinate request state through a shared SQLite 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&amp; Conversation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Intent classifier routes each message: static_info / dynamic_info / reservation / other</a:t>
            </a:r>
          </a:p>
          <a:p>
            <a:pPr>
              <a:defRPr sz="1800"/>
            </a:pPr>
            <a:r>
              <a:t>static_info -&gt; vector similarity search -&gt; grounded LLM answer</a:t>
            </a:r>
          </a:p>
          <a:p>
            <a:pPr>
              <a:defRPr sz="1800"/>
            </a:pPr>
            <a:r>
              <a:t>dynamic_info -&gt; SQL lookup -&gt; grounded LLM answer</a:t>
            </a:r>
          </a:p>
          <a:p>
            <a:pPr>
              <a:defRPr sz="1800"/>
            </a:pPr>
            <a:r>
              <a:t>reservation -&gt; collect name, car number, period, and optional parking lot</a:t>
            </a:r>
          </a:p>
          <a:p>
            <a:pPr>
              <a:defRPr sz="1800"/>
            </a:pPr>
            <a:r>
              <a:t>completed details -&gt; create pending request, notify admin, return request id</a:t>
            </a:r>
          </a:p>
          <a:p>
            <a:pPr>
              <a:defRPr sz="1800"/>
            </a:pPr>
            <a:r>
              <a:t>status_check -&gt; read admin decision from shared request store and reply to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— Administrator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LangChain tool-calling agent helps the administrator manage reservations</a:t>
            </a:r>
          </a:p>
          <a:p>
            <a:pPr>
              <a:defRPr sz="1800"/>
            </a:pPr>
            <a:r>
              <a:t>Tools list pending requests, approve, refuse with a reason, and check status</a:t>
            </a:r>
          </a:p>
          <a:p>
            <a:pPr>
              <a:defRPr sz="1800"/>
            </a:pPr>
            <a:r>
              <a:t>Request records store details, status, decision reason, and timestamps in SQLite</a:t>
            </a:r>
          </a:p>
          <a:p>
            <a:pPr>
              <a:defRPr sz="1800"/>
            </a:pPr>
            <a:r>
              <a:t>A unique request id connects the user conversation to the administrator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Escalation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Chatbot creates the request only after reservation slot-filling is complete</a:t>
            </a:r>
          </a:p>
          <a:p>
            <a:pPr>
              <a:defRPr sz="1800"/>
            </a:pPr>
            <a:r>
              <a:t>AdminAgent composes a concise request summary and dispatches a notification</a:t>
            </a:r>
          </a:p>
          <a:p>
            <a:pPr>
              <a:defRPr sz="1800"/>
            </a:pPr>
            <a:r>
              <a:t>Channels: console, SMTP email, Slack webhook, or external REST endpoint</a:t>
            </a:r>
          </a:p>
          <a:p>
            <a:pPr>
              <a:defRPr sz="1800"/>
            </a:pPr>
            <a:r>
              <a:t>Notification alerts the admin; approval/refusal is recorded via the CLI or Admin API</a:t>
            </a:r>
          </a:p>
          <a:p>
            <a:pPr>
              <a:defRPr sz="1800"/>
            </a:pPr>
            <a:r>
              <a:t>Both agents read and update the same configurable SQLite request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Administrator Decision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Natural-language CLI: 'list pending requests', 'approve request &lt;id&gt;', or refuse with a reason</a:t>
            </a:r>
          </a:p>
          <a:p>
            <a:pPr>
              <a:defRPr sz="1800"/>
            </a:pPr>
            <a:r>
              <a:t>FastAPI endpoints create, list, retrieve, and decide reservation requests</a:t>
            </a:r>
          </a:p>
          <a:p>
            <a:pPr>
              <a:defRPr sz="1800"/>
            </a:pPr>
            <a:r>
              <a:t>Optional ADMIN_API_KEY protects API write operations with the x-api-key header</a:t>
            </a:r>
          </a:p>
          <a:p>
            <a:pPr>
              <a:defRPr sz="1800"/>
            </a:pPr>
            <a:r>
              <a:t>The chatbot reads pending/approved/refused status and relays the decision to the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(PII Protection)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Presidio-based PII detection/redaction (falls back to regex if unavailable)</a:t>
            </a:r>
          </a:p>
          <a:p>
            <a:pPr>
              <a:defRPr sz="1800"/>
            </a:pPr>
            <a:r>
              <a:t>Inbound: blocks credit card / SSN / IBAN pasted outside the reservation flow</a:t>
            </a:r>
          </a:p>
          <a:p>
            <a:pPr>
              <a:defRPr sz="1800"/>
            </a:pPr>
            <a:r>
              <a:t>Outbound: redacts any PII that leaks into RAG-generated answers</a:t>
            </a:r>
          </a:p>
          <a:p>
            <a:pPr>
              <a:defRPr sz="1800"/>
            </a:pPr>
            <a:r>
              <a:t>Reservation summary (user's own data) is exempt from outbound redaction by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Test questions auto-generated by an LLM directly from ingested PDF chunks</a:t>
            </a:r>
          </a:p>
          <a:p>
            <a:pPr>
              <a:defRPr sz="1800"/>
            </a:pPr>
            <a:r>
              <a:t>Each question has a ground-truth chunk id and reference answer</a:t>
            </a:r>
          </a:p>
          <a:p>
            <a:pPr>
              <a:defRPr sz="1800"/>
            </a:pPr>
            <a:r>
              <a:t>Retrieval: Recall@K and Precision@K against ground-truth chunk ids</a:t>
            </a:r>
          </a:p>
          <a:p>
            <a:pPr>
              <a:defRPr sz="1800"/>
            </a:pPr>
            <a:r>
              <a:t>Answer correctness: LLM-as-judge (or embedding similarity) vs reference answer</a:t>
            </a:r>
          </a:p>
          <a:p>
            <a:pPr>
              <a:defRPr sz="1800"/>
            </a:pPr>
            <a:r>
              <a:t>Latency: retrieval and end-to-end timing, reported as mean/P50/P95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Answering a Static Info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Chat screenshot: 'Where is the airport parking located?' and the bot's grounded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Reservation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Chat screenshot: bot collecting name, surname, car number, and reservation period.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Admin Approval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Show the chatbot's request id and the matching pending request in the admin CLI/API or notification.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Decision Returned to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Show the administrator approving or refusing a request, then the chatbot reporting its status and reason.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Guardrail Blocking Sensitive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Screenshot: bot refusing a message with a pasted credit card number.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Screenshot of evaluation/REPORT.md: Recall@K, Precision@K, accuracy, latency.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pytest unit tests across every module (2+ tests each), fully offline via fakes</a:t>
            </a:r>
          </a:p>
          <a:p>
            <a:pPr>
              <a:defRPr sz="1800"/>
            </a:pPr>
            <a:r>
              <a:t>GitHub Actions CI: lint + test + docker build on every push/PR</a:t>
            </a:r>
          </a:p>
          <a:p>
            <a:pPr>
              <a:defRPr sz="1800"/>
            </a:pPr>
            <a:r>
              <a:t>Terraform (kreuzwerker/docker provider) to provision Milvus + app as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Stage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Stage 2 delivered: chatbot-to-admin escalation, notifications, decisions, and user status checks</a:t>
            </a:r>
          </a:p>
          <a:p>
            <a:pPr>
              <a:defRPr sz="1800"/>
            </a:pPr>
            <a:r>
              <a:t>Stage 3: MCP server / tool call to record approved reservations to file</a:t>
            </a:r>
          </a:p>
          <a:p>
            <a:pPr>
              <a:defRPr sz="1800"/>
            </a:pPr>
            <a:r>
              <a:t>Stage 4: LangGraph orchestration end-to-end, load + integration tests,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